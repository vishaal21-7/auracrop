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Libre Franklin Medium" pitchFamily="2" charset="0"/>
      <p:regular r:id="rId13"/>
      <p:bold r:id="rId14"/>
      <p:italic r:id="rId15"/>
      <p:boldItalic r:id="rId16"/>
    </p:embeddedFont>
    <p:embeddedFont>
      <p:font typeface="Oswald" panose="00000500000000000000" pitchFamily="2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xoD2KpHHazB0N56h5bZBI+pzW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customschemas.google.com/relationships/presentationmetadata" Target="metadata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222D6582-AFD2-F0D9-F516-D427BD9E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680869B1-07E9-78B1-6E2E-8B726C065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B2747EF0-749D-7517-F36F-F38AEC0A2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>
            <a:extLst>
              <a:ext uri="{FF2B5EF4-FFF2-40B4-BE49-F238E27FC236}">
                <a16:creationId xmlns:a16="http://schemas.microsoft.com/office/drawing/2014/main" id="{28FCE736-3B7B-74F7-237E-3A413EA2A8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2177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475180" y="186713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AURACROP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076450"/>
            <a:ext cx="10615028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Name: B R Rishikiran, Vishaal M S , </a:t>
            </a:r>
            <a:r>
              <a:rPr lang="en-US" sz="2400" b="1" dirty="0" err="1">
                <a:solidFill>
                  <a:schemeClr val="dk1"/>
                </a:solidFill>
              </a:rPr>
              <a:t>Vetesh</a:t>
            </a:r>
            <a:r>
              <a:rPr lang="en-US" sz="2400" b="1" dirty="0">
                <a:solidFill>
                  <a:schemeClr val="dk1"/>
                </a:solidFill>
              </a:rPr>
              <a:t> D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lang="en-US" sz="2400" b="1" dirty="0">
                <a:solidFill>
                  <a:schemeClr val="dk1"/>
                </a:solidFill>
              </a:rPr>
              <a:t>Smart Crop Disease Detection 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lang="en-IN" sz="2400" b="1" dirty="0"/>
              <a:t>AI/ML in Agriculture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Name: AURA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92125" y="259545"/>
            <a:ext cx="10972800" cy="93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3600" b="1" dirty="0" err="1"/>
              <a:t>AuraCrop</a:t>
            </a:r>
            <a:r>
              <a:rPr lang="en-IN" sz="3600" dirty="0"/>
              <a:t> 🌱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34035" y="1675765"/>
            <a:ext cx="541909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IDEA / SOLUTION : </a:t>
            </a: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243955" y="3891915"/>
            <a:ext cx="551307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Unique Value Propositions (UVP) : </a:t>
            </a: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143305" y="1427956"/>
            <a:ext cx="551307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Problem Resolution : </a:t>
            </a: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114415" y="1463040"/>
            <a:ext cx="5543550" cy="235267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114415" y="3908425"/>
            <a:ext cx="5543550" cy="217741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34975" y="1470660"/>
            <a:ext cx="5543550" cy="460883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2BE119-A8D4-501E-D5AD-8FD36F76162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9756" y="2552809"/>
            <a:ext cx="52139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 upload images of crops (leaf, stem, fruit).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(Gemini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Genkit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predicts disease with confidence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(Tamil/English) app + chatbot + chat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Escalation to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AgriExperts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AI confidence is low.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54CB0B0-7160-F99E-B581-852DB898E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1715" y="1889600"/>
            <a:ext cx="545053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crop disease detection system delivers reliable results even in low-network zones.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early identification of crop diseases, reducing crop loss and increasing yield.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dependence on manual expert availability by offering instant AI-driven suggestions.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1C8EA3-8DFF-6EE2-74CB-4574121A8B2C}"/>
              </a:ext>
            </a:extLst>
          </p:cNvPr>
          <p:cNvSpPr txBox="1"/>
          <p:nvPr/>
        </p:nvSpPr>
        <p:spPr>
          <a:xfrm>
            <a:off x="6141715" y="4258468"/>
            <a:ext cx="52660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Works even in low-network zones.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Simple UI for farmers.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Faster disease detection → reduces crop loss.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Continuous improvement via chat + image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6200775"/>
            <a:ext cx="12191999" cy="65722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684763" y="6635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34975" y="1470660"/>
            <a:ext cx="4258310" cy="460883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084956" y="1286014"/>
            <a:ext cx="42583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PROCESS FLOW ARCHITECTURE</a:t>
            </a:r>
            <a:endParaRPr sz="18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2FAB37-78AB-9A58-CDE4-4605071102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3551" y="1815951"/>
            <a:ext cx="420973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Gemini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Genkit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disease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Next.js, TypeScript, Tailwind CSS (mobile-first).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Node.js/Express + REST APIs.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Cloud DB (for storing images, history, reports).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Secure API access with JWT-based auth.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Push, SMS, and multilingual voice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Integrated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AgriExpert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escalation.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ADED7-2C72-828D-7A9C-5066C9191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956" y="1625609"/>
            <a:ext cx="6400799" cy="4438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598202" y="82855"/>
            <a:ext cx="11018520" cy="143441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FEASIBILITY AND VIABILITY</a:t>
            </a:r>
          </a:p>
        </p:txBody>
      </p:sp>
      <p:sp>
        <p:nvSpPr>
          <p:cNvPr id="14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3B697-8B1D-951B-EC3F-C712A7D6FF5B}"/>
              </a:ext>
            </a:extLst>
          </p:cNvPr>
          <p:cNvSpPr txBox="1"/>
          <p:nvPr/>
        </p:nvSpPr>
        <p:spPr>
          <a:xfrm>
            <a:off x="481053" y="1699832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Technical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Uses scalable AI + cloud infrastructure.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Financial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Low-cost cloud + open-source stack.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Market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Targeting farmers in India’s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agri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sector.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Operational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Supports offline data sync in low-network areas.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Challenges &amp; Risks: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8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Farmer adoption (digital literacy).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Dataset limitations (local crop varieties).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Connectivity issues in rural zones.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Mitigation Strategies: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Voice-based UI for low-literacy users.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Expand dataset with government/university support.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Offline-first approach with sync-on-network.</a:t>
            </a: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67B017F0-341D-61D5-6773-B120E3E2E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4" r="620" b="-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136" name="Google Shape;13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  <a:buClrTx/>
              <a:defRPr/>
            </a:pPr>
            <a:fld id="{00000000-1234-1234-1234-123412341234}" type="slidenum"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  <a:sym typeface="Oswald"/>
              </a:rPr>
              <a:pPr>
                <a:spcAft>
                  <a:spcPts val="600"/>
                </a:spcAft>
                <a:buClrTx/>
                <a:defRPr/>
              </a:pPr>
              <a:t>4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  <a:sym typeface="Oswald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8" name="Rectangle 16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IMPACT AND BENEFITS</a:t>
            </a:r>
          </a:p>
        </p:txBody>
      </p:sp>
      <p:sp>
        <p:nvSpPr>
          <p:cNvPr id="16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83375-EC8C-C4F4-AD9E-9607E9782EB8}"/>
              </a:ext>
            </a:extLst>
          </p:cNvPr>
          <p:cNvSpPr txBox="1"/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Positive Impact: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Social: Empowers farmers, improves accessibility.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Economic: Reduces crop loss, increases yield &amp; income.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Environmental: Reduces overuse of pesticides, lowers waste.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Negative Impact: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 adoption cost.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 required for effective usage.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Overall Benefits: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Early detection = higher productivity.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Affordable, farmer-friendly, scalable solution.</a:t>
            </a:r>
          </a:p>
        </p:txBody>
      </p:sp>
      <p:pic>
        <p:nvPicPr>
          <p:cNvPr id="5" name="Picture 4" descr="A close up of a plant&#10;&#10;AI-generated content may be incorrect.">
            <a:extLst>
              <a:ext uri="{FF2B5EF4-FFF2-40B4-BE49-F238E27FC236}">
                <a16:creationId xmlns:a16="http://schemas.microsoft.com/office/drawing/2014/main" id="{131A1938-21D4-C096-0F9C-5653493EB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43" r="14383" b="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  <a:buClrTx/>
              <a:defRPr/>
            </a:pPr>
            <a:fld id="{00000000-1234-1234-1234-123412341234}" type="slidenum"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  <a:sym typeface="Oswald"/>
              </a:rPr>
              <a:pPr>
                <a:spcAft>
                  <a:spcPts val="600"/>
                </a:spcAft>
                <a:buClrTx/>
                <a:defRPr/>
              </a:pPr>
              <a:t>5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  <a:sym typeface="Oswald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8830844C-2F75-A962-CE62-37A3CA93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0" name="Rectangle 17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60FB20-2297-3EEC-B3E6-30EA62F3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8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542B03C1-70DA-CBD2-D241-084B879012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  <a:buClrTx/>
              <a:defRPr/>
            </a:pPr>
            <a:fld id="{00000000-1234-1234-1234-123412341234}" type="slidenum"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Oswald"/>
              </a:rPr>
              <a:pPr>
                <a:spcAft>
                  <a:spcPts val="600"/>
                </a:spcAft>
                <a:buClrTx/>
                <a:defRPr/>
              </a:pPr>
              <a:t>6</a:t>
            </a:fld>
            <a:endParaRPr lang="en-US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  <a:sym typeface="Oswald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F0C4982D-678A-FB91-0388-8C586983D699}"/>
              </a:ext>
            </a:extLst>
          </p:cNvPr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0978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400</Words>
  <Application>Microsoft Office PowerPoint</Application>
  <PresentationFormat>Widescreen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Oswald</vt:lpstr>
      <vt:lpstr>Times New Roman</vt:lpstr>
      <vt:lpstr>Calibri</vt:lpstr>
      <vt:lpstr>Garamond</vt:lpstr>
      <vt:lpstr>Libre Franklin Medium</vt:lpstr>
      <vt:lpstr>Arial</vt:lpstr>
      <vt:lpstr>Office Theme</vt:lpstr>
      <vt:lpstr>AURACROP</vt:lpstr>
      <vt:lpstr>AuraCrop 🌱</vt:lpstr>
      <vt:lpstr>TECHNICAL APPROACH</vt:lpstr>
      <vt:lpstr>FEASIBILITY AND VIABILITY</vt:lpstr>
      <vt:lpstr>IMPACT AND BENEFITS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VISHAAL M S</cp:lastModifiedBy>
  <cp:revision>5</cp:revision>
  <dcterms:created xsi:type="dcterms:W3CDTF">2013-12-12T18:46:00Z</dcterms:created>
  <dcterms:modified xsi:type="dcterms:W3CDTF">2025-09-27T02:52:37Z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F549C18D903C4E5EBEC3E7EB818338FD_12</vt:lpwstr>
  </property>
  <property fmtid="{D5CDD505-2E9C-101B-9397-08002B2CF9AE}" pid="3" name="KSOProductBuildVer">
    <vt:lpwstr>1033-12.2.0.18165</vt:lpwstr>
  </property>
</Properties>
</file>